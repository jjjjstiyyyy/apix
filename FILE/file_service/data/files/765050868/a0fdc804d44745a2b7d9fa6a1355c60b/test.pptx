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494C44"/>
                </a:solidFill>
              </a:defRPr>
            </a:pPr>
            <a:r>
              <a:t>原神社团招新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929989"/>
                </a:solidFill>
              </a:defRPr>
            </a:pPr>
            <a:r>
              <a:t>欢迎来到提瓦特大陆的冒险者之家！</a:t>
            </a:r>
          </a:p>
          <a:p>
            <a:r>
              <a:t>一起探索、战斗、分享喜悦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社团介绍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我们是热爱《原神》的玩家自发组成的社团，成立于2020年。</a:t>
            </a:r>
          </a:p>
          <a:p>
            <a:pPr>
              <a:defRPr sz="2000">
                <a:solidFill>
                  <a:srgbClr val="494C44"/>
                </a:solidFill>
              </a:defRPr>
            </a:pPr>
            <a:r>
              <a:t>汇集了来自不同服务器的旅行者</a:t>
            </a:r>
          </a:p>
          <a:p>
            <a:pPr>
              <a:defRPr sz="2000">
                <a:solidFill>
                  <a:srgbClr val="494C44"/>
                </a:solidFill>
              </a:defRPr>
            </a:pPr>
            <a:r>
              <a:t>定期组织副本挑战、深渊攻略、活动互助</a:t>
            </a:r>
          </a:p>
          <a:p>
            <a:pPr>
              <a:defRPr sz="2000">
                <a:solidFill>
                  <a:srgbClr val="494C44"/>
                </a:solidFill>
              </a:defRPr>
            </a:pPr>
            <a:r>
              <a:t>分享游戏心得、角色培养、剧情讨论</a:t>
            </a:r>
          </a:p>
          <a:p>
            <a:pPr>
              <a:defRPr sz="2000">
                <a:solidFill>
                  <a:srgbClr val="494C44"/>
                </a:solidFill>
              </a:defRPr>
            </a:pPr>
            <a:r>
              <a:t>线上线下活动丰富，结交志同道合的朋友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 b="1">
                <a:solidFill>
                  <a:srgbClr val="908999"/>
                </a:solidFill>
              </a:defRPr>
            </a:pPr>
            <a:r>
              <a:t>每周副本车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组织团队挑战周本、世界BOSS，高效获取材料</a:t>
            </a:r>
          </a:p>
          <a:p>
            <a:pPr>
              <a:defRPr sz="2200" b="1">
                <a:solidFill>
                  <a:srgbClr val="908999"/>
                </a:solidFill>
              </a:defRPr>
            </a:pPr>
            <a:r>
              <a:t>深渊竞速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每月深渊竞速比赛，展示你的配队与操作</a:t>
            </a:r>
          </a:p>
          <a:p>
            <a:pPr>
              <a:defRPr sz="2200" b="1">
                <a:solidFill>
                  <a:srgbClr val="908999"/>
                </a:solidFill>
              </a:defRPr>
            </a:pPr>
            <a:r>
              <a:t>角色培养研讨会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分享角色圣遗物、武器搭配心得</a:t>
            </a:r>
          </a:p>
          <a:p>
            <a:pPr>
              <a:defRPr sz="2200" b="1">
                <a:solidFill>
                  <a:srgbClr val="908999"/>
                </a:solidFill>
              </a:defRPr>
            </a:pPr>
            <a:r>
              <a:t>版本更新讨论会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新版本内容前瞻与攻略分享</a:t>
            </a:r>
          </a:p>
          <a:p>
            <a:pPr>
              <a:defRPr sz="2200" b="1">
                <a:solidFill>
                  <a:srgbClr val="908999"/>
                </a:solidFill>
              </a:defRPr>
            </a:pPr>
            <a:r>
              <a:t>线下聚会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城市见面会、漫展组团参与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招募要求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494C44"/>
                </a:solidFill>
              </a:defRPr>
            </a:pPr>
            <a:r>
              <a:t>热爱《原神》，活跃玩家（任意等级）</a:t>
            </a:r>
          </a:p>
          <a:p>
            <a:pPr>
              <a:defRPr sz="2400">
                <a:solidFill>
                  <a:srgbClr val="494C44"/>
                </a:solidFill>
              </a:defRPr>
            </a:pPr>
            <a:r>
              <a:t>愿意参与社团活动，积极交流</a:t>
            </a:r>
          </a:p>
          <a:p>
            <a:pPr>
              <a:defRPr sz="2400">
                <a:solidFill>
                  <a:srgbClr val="494C44"/>
                </a:solidFill>
              </a:defRPr>
            </a:pPr>
            <a:r>
              <a:t>遵守社团规则，尊重其他成员</a:t>
            </a:r>
          </a:p>
          <a:p>
            <a:pPr>
              <a:defRPr sz="2400">
                <a:solidFill>
                  <a:srgbClr val="494C44"/>
                </a:solidFill>
              </a:defRPr>
            </a:pPr>
            <a:r>
              <a:t>有团队合作精神，乐于助人</a:t>
            </a:r>
          </a:p>
          <a:p>
            <a:pPr>
              <a:defRPr sz="2000" i="1">
                <a:solidFill>
                  <a:srgbClr val="929989"/>
                </a:solidFill>
              </a:defRPr>
            </a:pPr>
            <a:r>
              <a:t>备注：无门槛，欢迎萌新大佬！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pic>
        <p:nvPicPr>
          <p:cNvPr id="4" name="Picture 3" descr="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加入我们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000000"/>
                </a:solidFill>
              </a:defRPr>
            </a:pPr>
            <a:r>
              <a:t>QQ群：123456789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微信群：扫描右侧二维码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Discord：https://discord.gg/genshinclub</a:t>
            </a:r>
          </a:p>
          <a:p>
            <a:pPr>
              <a:defRPr sz="2400">
                <a:solidFill>
                  <a:srgbClr val="000000"/>
                </a:solidFill>
              </a:defRPr>
            </a:pPr>
            <a:r>
              <a:t>邮箱：genshinclub@example.com</a:t>
            </a:r>
          </a:p>
          <a:p>
            <a:pPr>
              <a:defRPr sz="1800">
                <a:solidFill>
                  <a:srgbClr val="DAE5CD"/>
                </a:solidFill>
              </a:defRPr>
            </a:pPr>
            <a:r>
              <a:t>[二维码位置]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